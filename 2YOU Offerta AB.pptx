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AF30">
              <a:alpha val="15000"/>
            </a:srgbClr>
          </a:solidFill>
          <a:ln w="12700">
            <a:solidFill>
              <a:srgbClr val="8BAF30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2004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384048"/>
            <a:ext cx="2011680" cy="237744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OFFERTA ESCLUSIVA · 2025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2296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SMETTI DI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SPERARE.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0292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INIZIA A CRESCERE.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Mentre tu lavori, pensiamo a tutto noi.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4663440"/>
            <a:ext cx="8321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2YOU AGENCY · MARKETING &amp; ACQUISIZIONE CLIENTI · DOCUMENTO RISERVATO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37744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tua attività è brava.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Peccato che nessuno lo sappia ancora.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" cy="141732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647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Dipendi dal passaparola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478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 buoni e mesi vuoti. Non è una strategia — è fortuna.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411480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691640"/>
            <a:ext cx="45720" cy="141732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7647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65192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ti trovano online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478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giorno perdi clienti non perché sei peggio, ma perché non ti vedono.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11480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45720" cy="141732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192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hai tempo per i social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4032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marketing finisce sempre in fondo alla lista. E i risultati si vedono.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411480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246120"/>
            <a:ext cx="45720" cy="141732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3192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65192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agenzie costano troppo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65192" y="4032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1.500-2.000€/mese e aspettano che tu gli mandi i materiali. Noi no.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VENIAMO</a:t>
            </a:r>
            <a:endParaRPr lang="en-US" sz="7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TE.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Nessuna agenzia lo fa.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3749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aspettano i materiali.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veniamo a registrare,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montare e pubblicare.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292608"/>
            <a:ext cx="1463040" cy="237744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292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0" y="713232"/>
            <a:ext cx="493776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804672"/>
            <a:ext cx="502920" cy="50292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Veniamo da te a registrare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1155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Riprese on-location nel tuo locale o attività. Il tuo prodotto, la tua storia.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1764792"/>
            <a:ext cx="493776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856232"/>
            <a:ext cx="502920" cy="50292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1856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Montiamo tutto noi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167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professionale, musica, testi, ottimizzazione algoritmo. Zero lavoro da parte tua.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2816352"/>
            <a:ext cx="493776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2907792"/>
            <a:ext cx="502920" cy="50292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Pubblichiamo e gestiamo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Instagram, TikTok, caption, hashtag, orari ottimali, commenti — ogni giorno.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0" y="3867912"/>
            <a:ext cx="493776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3959352"/>
            <a:ext cx="502920" cy="50292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3959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 strategia mensile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42702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 reali ogni mese e piano contenuti aggiornato sui risultati.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37744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RISULTATI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 alcuni dei nostri clienti.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reali, misurabili. Zero budget pubblicitario. Lo stesso metodo applicato alla tua attività.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150876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7,1M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21792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Visualizzazioni in 90 giorni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411480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600200"/>
            <a:ext cx="54864" cy="150876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+310%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965192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raggiunti in un mese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192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Crescita organica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11480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54864" cy="150876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17K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1792" y="4050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su un solo contenuto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+341% vs media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411480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246120"/>
            <a:ext cx="54864" cy="150876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84,9%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965192" y="4050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 nuovo ogni mese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5192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follower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237744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L'OFFERTA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Scegli il piano giusto per 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611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45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700€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mese · pagamento mensile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56616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su misura ogni mese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55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TikTok gestiti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 e piano contenuti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13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mensile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42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Supporto WhatsApp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Esci con 30gg di preavviso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4206240" cy="3611880"/>
          </a:xfrm>
          <a:prstGeom prst="rect">
            <a:avLst/>
          </a:prstGeom>
          <a:solidFill>
            <a:srgbClr val="141414"/>
          </a:solidFill>
          <a:ln w="25400">
            <a:solidFill>
              <a:srgbClr val="CAF7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234440"/>
            <a:ext cx="4206240" cy="27432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CONSIGLIATO — RISPARMIA 300€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1627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TRIMESTRALE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88366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600€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475488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/mese · pagamento unico 1.800€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883664"/>
            <a:ext cx="1645920" cy="475488"/>
          </a:xfrm>
          <a:prstGeom prst="rect">
            <a:avLst/>
          </a:prstGeom>
          <a:solidFill>
            <a:srgbClr val="CAF750">
              <a:alpha val="20000"/>
            </a:srgbClr>
          </a:solidFill>
          <a:ln w="12700">
            <a:solidFill>
              <a:srgbClr val="CAF75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88366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RISPARMI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37490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44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Tutto il piano mensile incluso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mesi di continuità garantita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685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nelle riprese e montaggio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strategica mensile inclusa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Ottimizzazione profili completa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626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F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unico · 3 mesi di lavoro assicurato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AF7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45720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B8E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300€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828800" cy="237744"/>
          </a:xfrm>
          <a:prstGeom prst="rect">
            <a:avLst/>
          </a:prstGeom>
          <a:solidFill>
            <a:srgbClr val="080808">
              <a:alpha val="85000"/>
            </a:srgbClr>
          </a:solidFill>
          <a:ln w="12700">
            <a:solidFill>
              <a:srgbClr val="080808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CONVIENE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il trimestrale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risparmi 300€.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700€ x 3 mesi = 2.100€ — con il trimestrale paghi 1.800€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3522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3 mesi di continuità = risultati reali e misurabili sul tuo profilo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472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Priorità assoluta nelle riprese — sei il primo della lista ogni mese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593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Call strategica mensile inclusa — ottimizziamo insieme ogni 30 giorni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48056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37744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RISCHIO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Nessun contratto lungo.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Nessuna penale.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32104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240280"/>
            <a:ext cx="411480" cy="41148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21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mensile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780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Esci con 30 giorni di preavviso, senza spiegazioni e senza penali.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32104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71800"/>
            <a:ext cx="411480" cy="41148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trimestrale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2095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già pagato 3 mesi — se entro il primo mese non sei soddisfatto del lavoro, ti rimborsamo il restante.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32104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703320"/>
            <a:ext cx="411480" cy="41148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mensile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41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chiediamo anticipi né depositi. Paghi ogni mese per quello che hai ricevuto.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32104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434840"/>
            <a:ext cx="411480" cy="411480"/>
          </a:xfrm>
          <a:prstGeom prst="ellipse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Trasparenza totale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6725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mensile con tutti i numeri reali. Sai sempre cosa stiamo facendo e perché.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7315200"/>
          </a:xfrm>
          <a:prstGeom prst="ellipse">
            <a:avLst/>
          </a:prstGeom>
          <a:solidFill>
            <a:srgbClr val="8BAF30">
              <a:alpha val="10000"/>
            </a:srgbClr>
          </a:solidFill>
          <a:ln w="12700">
            <a:solidFill>
              <a:srgbClr val="8BAF3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A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SMETTERE DI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PERDERE CLIENTI?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457200" y="3749040"/>
            <a:ext cx="3931920" cy="685800"/>
          </a:xfrm>
          <a:prstGeom prst="rect">
            <a:avLst/>
          </a:prstGeom>
          <a:solidFill>
            <a:srgbClr val="CAF750"/>
          </a:solidFill>
          <a:ln w="12700">
            <a:solidFill>
              <a:srgbClr val="CAF7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49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SCRIVICI IN DM ORA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0" y="3749040"/>
            <a:ext cx="4206240" cy="685800"/>
          </a:xfrm>
          <a:prstGeom prst="rect">
            <a:avLst/>
          </a:prstGeom>
          <a:solidFill>
            <a:srgbClr val="000000"/>
          </a:solidFill>
          <a:ln w="19050">
            <a:solidFill>
              <a:srgbClr val="CAF7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CAF7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 IN BIO  →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chiamata gratuita · Nessun impegno · Risposta entro 24h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2YOU Agency — Offerta</dc:title>
  <dc:subject>PptxGenJS Presentation</dc:subject>
  <dc:creator>PptxGenJS</dc:creator>
  <cp:lastModifiedBy>PptxGenJS</cp:lastModifiedBy>
  <cp:revision>1</cp:revision>
  <dcterms:created xsi:type="dcterms:W3CDTF">2026-06-01T18:15:49Z</dcterms:created>
  <dcterms:modified xsi:type="dcterms:W3CDTF">2026-06-01T18:15:49Z</dcterms:modified>
</cp:coreProperties>
</file>